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Insistir en la garantía de 12 meses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Propuesta Reformas Gil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Cocina integral</a:t>
            </a:r>
          </a:p>
          <a:p>
            <a:r>
              <a:t>Plazo: 6 semanas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Pago 50% al inicio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